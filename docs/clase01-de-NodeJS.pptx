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a la primera clase de NodeJS del Cohort 05. Hoy vemos qué es Node, cómo preparar el entorno, los primeros programas y cómo funciona el Event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Runtime environment: Node no es un lenguaje ni un framework, es el entorno que ejecuta JavaScript fuera del navegador.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Windows también se puede descargar el instalador directamente: https://github.com/coreybutler/nvm-windows/releases/download/1.2.2/nvm-setup.exe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¿Quién se ejecuta primero? No lo sabemos: es el Event Loop quien lo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Recurso visual: Asynchronous Code Execution in Node.js (builder.io).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Crear otro app.js con este código. Salida típica: Inicio de programa, Fin de programa, Segundo Timeout, Tercer Timeout, Primer Timeout. El código síncrono va primero; un setTimeout de 0 ms se trata como 1 ms, así que el de 1 ms y el de 0 ms se ejecutan en el orden en que se registraron.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Gestiona múltiples operaciones que se ejecutan de manera concurrente.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cola contiene una o más funciones callback que eventualmente deberán ejecutarse en la Call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Orden paso a paso: 1) microtareas (nextTick y luego Promesas); 2) Timers: callbacks de temporizadores vencidos; 3) microtareas después de cada callback de timers; 4) I/O; 5) microtareas pendientes; 6) Check: setImmediate; 7) microtareas después de cada callback de check; 8) Close callbacks; 9) microtareas por última vez en la iteración. Si quedan callbacks, nueva iteración; si no, el Event Loop finaliza.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lide 1" descr="kopius Módulo NodeJS · Clase 01 Stack Node.js, JavaScript Track Full Stack Development Mentor Ariel Duarte The Academy · Cohort 05 · Kopius · M2 Clase 1 de NodeJS Fundamentos, entorno de desarrollo y el Event Loop.">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lide 2" descr="kopius The Academy · Cohort 05 · NodeJS Clase 01 · NodeJS — Fundamentos 02 Contenido Lo que vemos hoy 01 Preguntas comunes sobre Node ¿Qué es Node? · Non-Blocking I/O · NPM vs. NPX 02 Instalaciones y entorno de desarrollo Herramientas requeridas · NVM 03 Primeros pasos con Node Tarea 001 · Primer programa 04 Leer y escribir archivos FileSystem · Tarea 002 05 Orden de ejecución y Event Loop Runtime · libuv · Las seis colas · FAQ">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lide 3" descr="kopius 01 · ¿Qué es Node? Node es un entorno de ejecución para correr JavaScript fuera del navegador web. Código abierto, construido sobre el motor V8 de Google Chrome y pensado para tareas de entrada/salida en entornos cliente/servidor.">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lide 4" descr="kopius The Academy · Cohort 05 · NodeJS Clase 01 · NodeJS — Fundamentos 04 01 · ¿Qué lo hace tan especial? Las características de Node  Asincronía Ejecuta operaciones sin bloquear el hilo principal.  Módulos Módulos nativos y de terceros.  NPM Gestión de paquetes integrada.  Escalabilidad Pensado para aplicaciones que crecen.  Multiplataforma Funciona en Mac, Windows y Linux.  Open source Construido sobre el motor V8 de Google Chrom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lide 5" descr="kopius The Academy · Cohort 05 · NodeJS Clase 01 · Referencia: Overview of Blocking vs Non-Blocking 05 01 · ¿Qué es Non-Blocking I/O? Non-Blocking frente a Blocking Non-Blocking Ejecuta instrucciones en paralelo sin bloquear todo el hilo. 99% de las funciones de Node son no bloqueantes, gracias a la librería libuv . Blocking La ejecución debe esperar a que se complete el proceso. Mientras tanto, impide que se sigan ejecutando otras instrucciones en paralelo.">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lide 6" descr="kopius The Academy · Cohort 05 · NodeJS Clase 01 · NodeJS — Fundamentos 06 01 · Paquetes NPM vs. NPX NPM NPX Nombre Node Package Manager Node Package Execute ¿Qué hace? Gestiona los paquetes de Node. Es el registro con mayor crecimiento en paquetes publicados. Ejecuta comandos de paquetes de npm sin instalarlos globalmente. Instalación Viene incluido con Node Viene incluido con npm">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lide 7" descr="kopius The Academy · Cohort 05 · NodeJS Clase 01 · NodeJS — Fundamentos 07 02 · Instalaciones requeridas El entorno de desarrollo Herramienta Para qué la usamos Visual Studio Code Editor de código Postman Probar APIs Table Plus Cliente de base de datos Git Control de versiones Node Runtime de JavaScript Google Chrome Navegador Docker Desktop Contenedores Configurar Git git config --global user.name &quot;Tu nombre&quot; git config --global user.email &quot;Tu correo&quot; Imagen de Docker · opcional docker pull postgres:16.15 Es opcional, pero la vamos a necesitar más adelant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lide 8" descr="kopius The Academy · Cohort 05 · NodeJS Clase 01 · Referencias: nvm-sh/nvm · coreybutler/nvm-windows 08 02 · Instalaciones opcionales NVM: Node Version Manager Permite instalar y cambiar entre distintas versiones de Node. Mac curl -o- https://raw.githubusercontent.com/nvm-sh/nvm/v0.40.8/install.sh | bash Windows · PowerShell Invoke-WebRequest ` -Uri &quot;https://github.com/coreybutler/nvm-windows/releases/download/1.2.2/nvm-setup.exe&quot; ` -OutFile &quot;$env:USERPROFILE\Downloads\nvm-setup.exe&quot;">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Slide 9" descr="kopius The Academy · Cohort 05 · NodeJS Clase 01 · NodeJS — Fundamentos 09 02 · Comandos útiles Manejar versiones con NVM nvm version Verificar NVM nvm install lts Instalar la última versión LTS de Node.js nvm list Ver las versiones instaladas nvm use 24.11.1 Activar una versión específica node --version Verificar Node.js npm --version Verificar npm">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Slide 10" descr="kopius The Academy · Cohort 05 · NodeJS Clase 01 · NodeJS — Fundamentos 10 03 · Primeros pasos con Node Tarea 001 · Primer programa En la terminal, dentro del directorio de trabajo, crea la carpeta clase- 01-fundamentos . Dentro, crea tu primer archivo app.js . Crea dos variables: message con el string 'Welcome', y period con new Date().getHours() &lt; 12 ? &quot;AM&quot; : &quot;PM&quot;; Escribe un saludo usando message: Good Morning si es de mañana, Good Afternoon si es de tarde. Al final, imprime en la consola el valor de message . Ejecuta desde la terminal $ node app Tip Al terminar, renombra app.js como tarea001.js . Así podemos seguir creando un app.js nuevo en cada práctica.">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Slide 11" descr="kopius The Academy · Cohort 05 · NodeJS Clase 01 · Archivo de trabajo: README de node-fullstack-clase-01 11 04 · Leer y escribir archivos FileSystem con el módulo fs const fs = require( &quot;fs&quot; ); const data = fs.readFileSync( &quot;README.md&quot; , &quot;utf8&quot; ); console.log(data); fs.writeFileSync( &quot;README-COPY.md&quot; , data.replace(/JavaScript/gi, &quot;ECMAScript&quot; ) ); Tarea 002 Lectura y análisis de archivos Lee el archivo README-COPY.md . Cuenta cuántas palabras tiene. Cuenta las ocurrencias de ECMAScript , distinguiendo mayúsculas y minúsculas. Ejecuta con node app y luego renombra el archivo como tarea002.js .">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Slide 12" descr="kopius 05 · Orden de ejecución JavaScript es synchronous , blocking y single-threaded . while ( true ) { // procedimiento } moreWork(); // nunca se ejecutará Este es el problema que Node viene a resolver.">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Slide 13" descr="kopius The Academy · Cohort 05 · NodeJS Clase 01 · NodeJS — Fundamentos 13 05 · El runtime de Node Los tres componentes del runtime 01 Dependencias externas V8, libuv y crypto, que Node.js necesita para funcionar. 02 Funcionalidades de C++ Acceso al sistema de archivos y comunicación a través de redes. 03 Biblioteca de JavaScript Funciones y utilidades para acceder desde JavaScript a lo implementado en C++. libuv El componente fundamental para la programación asíncrona: proporciona el soporte para gestionar las operaciones asíncronas dentro del runtim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Slide 14" descr="kopius The Academy · Cohort 05 · NodeJS Clase 01 · NodeJS — Fundamentos 14 05 · ¿Quién se ejecuta primero? Ejercicio: el orden de los Timeouts console.log( &quot;Inicio de programa&quot; ); setTimeout(() =&gt; { console.log( &quot;Primer Timeout&quot; ); }, 3000 ); setTimeout(() =&gt; { console.log( &quot;Segundo Timeout&quot; ); }, 1 ); setTimeout(() =&gt; { console.log( &quot;Tercer Timeout&quot; ); }, 0 ); console.log( &quot;Fin de programa&quot; ); ¿Qué pasa si dos Timeouts terminan al mismo tiempo? ¿Y si una promesa termina al mismo tiempo que otro callback? ¿En qué orden se ejecutan? El Event Loop es quien decid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Slide 15" descr="kopius 05 · ¿Qué es el Event Loop? Un patrón de diseño que orquesta la ejecución de código síncrono y asíncrono. Técnicamente es un programa escrito en C, que se ejecuta continuamente mientras tu aplicación Node.js esté en funcionamiento.">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Slide 16" descr="kopius The Academy · Cohort 05 · NodeJS Clase 01 · NodeJS — Fundamentos 16 05 · Las seis colas Seis colas en cada iteración # Cola Contiene callbacks de 1 Timer Queue setTimeout y setInterval (implementada como un min-heap) 2 I/O Queue Operaciones asíncronas de módulos como fs y http 3 Check Queue setImmediate (específica de Node.js) 4 Close Queue Eventos de cierre de una operación asíncrona 5 nextTick Queue process.nextTick (microtarea) 6 Promise Queue Promesas nativas de JavaScript (microtarea) Las colas 5 y 6 forman la Microtask Queu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Slide 17" descr="kopius The Academy · Cohort 05 · NodeJS Clase 01 · NodeJS — Fundamentos 17 05 · ¿Cómo funciona el Event Loop? Una vuelta del ciclo  Todo el código síncrono tiene prioridad. El Event Loop solo ejecuta callbacks cuando la Call Stack está vacía . micro Timers micro I/O micro Check micro Close micro ↺ ¿Quedan callbacks? Nueva iteración desde Timers Fases Timers · I/O · Check (setImmediate) · Close Microtareas Primero nextTick, después Promesas, entre cada fase. Fin Sin código ni operaciones activas, el Event Loop finaliza.">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Slide 18" descr="kopius The Academy · Cohort 05 · NodeJS Clase 01 · NodeJS — Fundamentos 18 05 · Preguntas frecuentes Preguntas sobre el Event Loop Cuando una tarea asíncrona finaliza en libuv, ¿cuándo se ejecuta su callback en la Call Stack? Únicamente cuando la Call Stack está vacía . ¿Node.js espera a que la Call Stack esté vacía o interrumpe el flujo de ejecución? El flujo normal no se interrumpe para ejecutar un callback. ¿Qué sucede con setTimeout y setInterval, que también retrasan un callback? Sus callbacks reciben la primera prioridad . Si setTimeout y readFile finalizan al mismo tiempo, ¿cuál se ejecuta primero? Los timers van antes que los callbacks de I/O, aunque estén listos a la vez.">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Slide 19" descr="kopius Referencias Para seguir leyendo Overview of Blocking vs Non-Blocking · nodejs.org The Node.js Event Loop, Timers and process.nextTick() · nodejs.org A Visual Guide to the Node.js Event Loop · builder.io nvm-sh/nvm · coreybutler/nvm-windows · GitHub">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Clase 1 de NodeJS</dc:title>
  <dc:subject/>
  <dc:creator/>
  <cp:lastModifiedBy/>
  <cp:revision>1</cp:revision>
  <dcterms:created xsi:type="dcterms:W3CDTF">2026-10-29T00:41:51Z</dcterms:created>
  <dcterms:modified xsi:type="dcterms:W3CDTF">2026-10-29T00:41:51Z</dcterms:modified>
</cp:coreProperties>
</file>